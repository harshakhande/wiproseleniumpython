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BCD38-3B3F-4E44-8936-77FFA0F0427A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F43C3-184E-4AB7-B63B-4F07B6BCF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0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9CA7-0EEE-F68E-DC1E-498AC707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D56B-8603-FA04-E0B3-F5BCA292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B3DAE-9C85-2E77-F404-D7C674B0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92DE7-086E-9626-09DB-A91D7DB0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3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7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Automation using Selenium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Capstone Project Presentation</a:t>
            </a:r>
          </a:p>
          <a:p>
            <a:r>
              <a:rPr dirty="0"/>
              <a:t>Presented by: Anurag Patil</a:t>
            </a:r>
          </a:p>
          <a:p>
            <a:r>
              <a:rPr dirty="0"/>
              <a:t>Course/Internship: Python Automation</a:t>
            </a:r>
          </a:p>
          <a:p>
            <a:r>
              <a:rPr dirty="0"/>
              <a:t>Date: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Automation Framework</a:t>
            </a:r>
            <a:r>
              <a:rPr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1B3-A4D1-D734-87F2-5E2B92F7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B54B-0316-32ED-9841-81A020C5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Project </a:t>
            </a:r>
            <a:r>
              <a:rPr lang="en-IN" dirty="0"/>
              <a:t>Test Output – Screen shots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CCAF-36B3-DE37-5C02-5B52E0347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18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</Words>
  <Application>Microsoft Office PowerPoint</Application>
  <PresentationFormat>On-screen Show (4:3)</PresentationFormat>
  <Paragraphs>18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Web Automation using Selenium with Python</vt:lpstr>
      <vt:lpstr>Problem Statement</vt:lpstr>
      <vt:lpstr>Project Objectives</vt:lpstr>
      <vt:lpstr>Tools and Technologies Used</vt:lpstr>
      <vt:lpstr>Automation Framework Architecture</vt:lpstr>
      <vt:lpstr>Project Workflow</vt:lpstr>
      <vt:lpstr>Project Test Output – Screen shots</vt:lpstr>
      <vt:lpstr>Project Output</vt:lpstr>
      <vt:lpstr>Challenges Faced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Patil</cp:lastModifiedBy>
  <cp:revision>9</cp:revision>
  <dcterms:created xsi:type="dcterms:W3CDTF">2013-01-27T09:14:16Z</dcterms:created>
  <dcterms:modified xsi:type="dcterms:W3CDTF">2026-03-06T03:46:21Z</dcterms:modified>
  <cp:category/>
</cp:coreProperties>
</file>